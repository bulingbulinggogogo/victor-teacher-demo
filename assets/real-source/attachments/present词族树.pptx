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8D4FD-43C1-4AD9-B76E-E1C7A5F6499A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CF411-62A3-4552-AF05-B4FD0EC1E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37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CF411-62A3-4552-AF05-B4FD0EC1E04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632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13D68-F76E-F269-B638-B4683AE5B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3D8191-9F6B-445F-A41D-FBEF2A359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577A0C-6A44-1227-3E8D-2BB8D00F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0C47AB-8542-1833-6BE9-98CBDB771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69AAB9-C54A-9330-A400-4899A824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69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DA42F-E3C6-21F8-32F2-9AEB1BBD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05DA73-F27B-C67F-074D-207150A87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E1DCE8-0226-3BA0-6978-C3CA3F43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0C62B5-5E71-6E5C-C6EE-C1B9A718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1E4E0-7B8A-1237-D8AC-A1D81A5A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52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CDCEC-EBB0-1532-F1E6-7F67A1AD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10B6C6-266E-C966-C035-3E7F70416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7C4106-DEC9-7AF7-7407-39DE9143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E1531A-D528-A988-3DAE-81C28E98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C5AB69-8907-4C6A-0388-3C527DDE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273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F0A71-EB57-D545-8550-13EDD2A4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48FF22-4C98-BD57-7206-A11E5BDFF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FC2CB4-9A92-FE36-D8FF-FF9884C2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20B0F9-A175-FC8D-64F8-1BB4DD59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4704C1-1D42-49F7-0100-AC5B1E76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946B5F-20E8-064A-FE8B-AE7DF8B2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97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16B0B-AF7D-185B-E8D6-72593FAE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D566FC-484A-AC74-0A64-8D63431C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6EEA3A-3B27-ACCD-276A-3E751EE68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55F9C-94F9-3A3C-B726-DF2C47CB3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9E53A5-C878-DF5D-0D59-1B81A084B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5BF86C-7995-9065-180B-88F17410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8F306A-14F3-588D-DE41-4E06AF9D7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CDDAE8-FE2F-D069-FCEA-2B3F6FA7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8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54D66-3F67-ADA9-C6C7-6D8E9C87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509896-8FAE-3C16-7DC4-4EC468055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00DAEA-3F3C-F975-5918-08D1EB0B3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992519-80D5-5D36-2D1C-FDACBF3D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65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BEB341-ED9E-A6D9-2D2E-798527F2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A564A4-706E-ED25-F1B9-5841412B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2047CD-75CD-7F8D-B7B6-6D5A1F3B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38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4B748-4A50-46FF-9126-1CBEB8C9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25F7F-5554-74B1-0DFC-9E43D52DD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1154B1-8FAB-0492-3B97-80C475646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95ECA9-F640-F4E0-465F-C1949F58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8F2F0E-8002-2824-A0A6-24469353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1A4CE-15B7-C154-45C3-DB946136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81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B8E8C-D795-FC0B-AD3E-3B884312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76CA65-7A70-C1C2-E136-0825DD1E2A1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FADBC1-1C71-9C15-F9F3-F7FC6F66C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A42D64-751C-582F-5BF4-828E83BBF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BABACD-B50B-4B4E-E919-28443036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25051C-4B09-ADC2-DC1E-200755AC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558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B78A2-A219-634D-AE01-46C406B7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74F5E7-3572-A0DF-60D3-779E3C7CD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F63DF-B569-98F7-A73D-52184827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33A98A-D67A-BC2B-49B3-65822D03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EDDB5C-E70A-A3F5-10B9-F80E891F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52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07971AC-0946-4D5F-35AA-3D36D163C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5457F9-F992-33C8-603A-BEC52D087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AE6B7-DEFA-7D02-176A-2EFDBA16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775C4F-3AD7-FA16-FE83-781B9A487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10350-0F00-E6E9-0F24-98C51764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98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6125A68-489C-FDB6-8A6C-7A9A6646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24006F-E8A1-4DE8-060F-3ED9BF47F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D6C194-1646-FAAD-3F74-DF394063F9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5A9E1-C814-4CE7-BB85-B8C3344777F0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ADEAB-B9D2-8D7C-0890-6CF99CC3B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599275-B48F-DE18-876B-571E94C19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9B61D-B434-410F-AB25-EA60D4D737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70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453B823-307F-1F26-D125-D54623EEE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041" y="653551"/>
            <a:ext cx="10868891" cy="639387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present</a:t>
            </a: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v.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颁发；授予；赠送；呈现；展示；提出（观点、计划等）；出示；提交；主持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pres</a:t>
            </a:r>
            <a:r>
              <a:rPr lang="en-US" altLang="zh-CN" sz="19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ence</a:t>
            </a: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出席；到场；存在；出现；势力；影响力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ence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名词后缀，表动作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present</a:t>
            </a:r>
            <a:r>
              <a:rPr lang="en-US" altLang="zh-CN" sz="19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ation</a:t>
            </a: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介绍（会）；展示（会）；出示；提交；呈现方式；外观； （戏剧等的）上演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演出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-</a:t>
            </a:r>
            <a:r>
              <a:rPr lang="en-US" altLang="zh-CN" sz="1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ation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名词后缀， 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的行为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结果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present</a:t>
            </a:r>
            <a:r>
              <a:rPr lang="en-US" altLang="zh-CN" sz="19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er</a:t>
            </a: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主持人；主播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-er=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名词后缀，做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的人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物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9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</a:t>
            </a:r>
            <a:r>
              <a:rPr lang="en-US" altLang="zh-CN" sz="1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present</a:t>
            </a: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v.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代表；象征；相当于；展现；描绘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represent</a:t>
            </a:r>
            <a:r>
              <a:rPr lang="en-US" altLang="zh-CN" sz="19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ation</a:t>
            </a: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代表；代理；表现；描绘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-</a:t>
            </a:r>
            <a:r>
              <a:rPr lang="en-US" altLang="zh-CN" sz="1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ation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名词后缀， 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的行为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结果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represent</a:t>
            </a:r>
            <a:r>
              <a:rPr lang="en-US" altLang="zh-CN" sz="19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ative</a:t>
            </a: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adj.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有代表性的；典型的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-</a:t>
            </a:r>
            <a:r>
              <a:rPr lang="en-US" altLang="zh-CN" sz="1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ative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形容词后缀，有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倾向</a:t>
            </a: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性质的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9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mis</a:t>
            </a:r>
            <a:r>
              <a:rPr lang="en-US" altLang="zh-CN" sz="1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represent</a:t>
            </a:r>
            <a:r>
              <a:rPr lang="en-US" altLang="zh-CN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v.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不如实地叙述；歪曲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mis-=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错误的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C21E0A7-670C-C27B-CDC6-E882EDE4BF93}"/>
              </a:ext>
            </a:extLst>
          </p:cNvPr>
          <p:cNvGrpSpPr/>
          <p:nvPr/>
        </p:nvGrpSpPr>
        <p:grpSpPr>
          <a:xfrm>
            <a:off x="712642" y="830199"/>
            <a:ext cx="467004" cy="3035461"/>
            <a:chOff x="969819" y="408711"/>
            <a:chExt cx="467004" cy="3035461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9D842698-CABF-3EF7-E852-F7E32F677ED6}"/>
                </a:ext>
              </a:extLst>
            </p:cNvPr>
            <p:cNvGrpSpPr/>
            <p:nvPr/>
          </p:nvGrpSpPr>
          <p:grpSpPr>
            <a:xfrm>
              <a:off x="969819" y="408711"/>
              <a:ext cx="90055" cy="2958389"/>
              <a:chOff x="969819" y="408711"/>
              <a:chExt cx="90055" cy="2958389"/>
            </a:xfrm>
          </p:grpSpPr>
          <p:sp>
            <p:nvSpPr>
              <p:cNvPr id="8" name="等腰三角形 7">
                <a:extLst>
                  <a:ext uri="{FF2B5EF4-FFF2-40B4-BE49-F238E27FC236}">
                    <a16:creationId xmlns:a16="http://schemas.microsoft.com/office/drawing/2014/main" id="{16D48FF3-5EF9-9DD8-143F-AE531FDF9C9E}"/>
                  </a:ext>
                </a:extLst>
              </p:cNvPr>
              <p:cNvSpPr/>
              <p:nvPr/>
            </p:nvSpPr>
            <p:spPr>
              <a:xfrm flipV="1">
                <a:off x="969819" y="408711"/>
                <a:ext cx="90055" cy="75046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178E4BD5-4E1B-2D24-917E-C502116A7B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0354" y="494940"/>
                <a:ext cx="12760" cy="287216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5F64DEAE-6C49-534A-87D1-54E1276AA96E}"/>
                </a:ext>
              </a:extLst>
            </p:cNvPr>
            <p:cNvGrpSpPr/>
            <p:nvPr/>
          </p:nvGrpSpPr>
          <p:grpSpPr>
            <a:xfrm>
              <a:off x="1013114" y="950120"/>
              <a:ext cx="423709" cy="77072"/>
              <a:chOff x="1013114" y="950120"/>
              <a:chExt cx="423709" cy="77072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8243D34C-90B1-D2E0-4E94-EA7DC5E1A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3114" y="950120"/>
                <a:ext cx="40005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等腰三角形 35">
                <a:extLst>
                  <a:ext uri="{FF2B5EF4-FFF2-40B4-BE49-F238E27FC236}">
                    <a16:creationId xmlns:a16="http://schemas.microsoft.com/office/drawing/2014/main" id="{56A70610-7129-356F-EE5C-FB4281E1CAEF}"/>
                  </a:ext>
                </a:extLst>
              </p:cNvPr>
              <p:cNvSpPr/>
              <p:nvPr/>
            </p:nvSpPr>
            <p:spPr>
              <a:xfrm flipV="1">
                <a:off x="1346768" y="952146"/>
                <a:ext cx="90055" cy="75046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3802636-4AC3-B203-B4FC-791ADF866FDE}"/>
                </a:ext>
              </a:extLst>
            </p:cNvPr>
            <p:cNvGrpSpPr/>
            <p:nvPr/>
          </p:nvGrpSpPr>
          <p:grpSpPr>
            <a:xfrm>
              <a:off x="1012108" y="1757587"/>
              <a:ext cx="423709" cy="77072"/>
              <a:chOff x="1013114" y="950120"/>
              <a:chExt cx="423709" cy="77072"/>
            </a:xfrm>
          </p:grpSpPr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E773AF4-F798-2DED-428D-CCE466C307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3114" y="950120"/>
                <a:ext cx="40005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等腰三角形 39">
                <a:extLst>
                  <a:ext uri="{FF2B5EF4-FFF2-40B4-BE49-F238E27FC236}">
                    <a16:creationId xmlns:a16="http://schemas.microsoft.com/office/drawing/2014/main" id="{7A87A698-634B-73F5-DBCC-0C90F47FB6FF}"/>
                  </a:ext>
                </a:extLst>
              </p:cNvPr>
              <p:cNvSpPr/>
              <p:nvPr/>
            </p:nvSpPr>
            <p:spPr>
              <a:xfrm flipV="1">
                <a:off x="1346768" y="952146"/>
                <a:ext cx="90055" cy="75046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862D817-BDA3-8403-99EB-26ED17CC52F6}"/>
                </a:ext>
              </a:extLst>
            </p:cNvPr>
            <p:cNvGrpSpPr/>
            <p:nvPr/>
          </p:nvGrpSpPr>
          <p:grpSpPr>
            <a:xfrm>
              <a:off x="1008346" y="2566993"/>
              <a:ext cx="423709" cy="77072"/>
              <a:chOff x="1013114" y="950120"/>
              <a:chExt cx="423709" cy="77072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84E3E1D-4FD6-BC8F-3514-DE8CE1D3A5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3114" y="950120"/>
                <a:ext cx="40005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等腰三角形 42">
                <a:extLst>
                  <a:ext uri="{FF2B5EF4-FFF2-40B4-BE49-F238E27FC236}">
                    <a16:creationId xmlns:a16="http://schemas.microsoft.com/office/drawing/2014/main" id="{41044C8A-8806-D733-B72F-82D8605362A7}"/>
                  </a:ext>
                </a:extLst>
              </p:cNvPr>
              <p:cNvSpPr/>
              <p:nvPr/>
            </p:nvSpPr>
            <p:spPr>
              <a:xfrm flipV="1">
                <a:off x="1346768" y="952146"/>
                <a:ext cx="90055" cy="75046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CFCE755-D0AB-1C2A-7D1E-775B1A0CC7A5}"/>
                </a:ext>
              </a:extLst>
            </p:cNvPr>
            <p:cNvGrpSpPr/>
            <p:nvPr/>
          </p:nvGrpSpPr>
          <p:grpSpPr>
            <a:xfrm>
              <a:off x="1001203" y="3367100"/>
              <a:ext cx="423709" cy="77072"/>
              <a:chOff x="1013114" y="950120"/>
              <a:chExt cx="423709" cy="77072"/>
            </a:xfrm>
          </p:grpSpPr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58273B57-2FFD-C369-A049-149D5E9DCE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3114" y="950120"/>
                <a:ext cx="40005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等腰三角形 45">
                <a:extLst>
                  <a:ext uri="{FF2B5EF4-FFF2-40B4-BE49-F238E27FC236}">
                    <a16:creationId xmlns:a16="http://schemas.microsoft.com/office/drawing/2014/main" id="{C6421D28-90CB-BE83-C02A-37994A7EE136}"/>
                  </a:ext>
                </a:extLst>
              </p:cNvPr>
              <p:cNvSpPr/>
              <p:nvPr/>
            </p:nvSpPr>
            <p:spPr>
              <a:xfrm flipV="1">
                <a:off x="1346768" y="952146"/>
                <a:ext cx="90055" cy="75046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ysClr val="windowText" lastClr="000000"/>
                    </a:solidFill>
                  </a:ln>
                </a:endParaRPr>
              </a:p>
            </p:txBody>
          </p:sp>
        </p:grpSp>
      </p:grp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6283D6D-699B-B309-7B63-08D3A19FE93A}"/>
              </a:ext>
            </a:extLst>
          </p:cNvPr>
          <p:cNvCxnSpPr>
            <a:cxnSpLocks/>
          </p:cNvCxnSpPr>
          <p:nvPr/>
        </p:nvCxnSpPr>
        <p:spPr>
          <a:xfrm>
            <a:off x="1119324" y="3827619"/>
            <a:ext cx="0" cy="22485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113C8A5-F16D-F125-8F63-CD99BD638CA6}"/>
              </a:ext>
            </a:extLst>
          </p:cNvPr>
          <p:cNvCxnSpPr/>
          <p:nvPr/>
        </p:nvCxnSpPr>
        <p:spPr>
          <a:xfrm>
            <a:off x="1119324" y="6080485"/>
            <a:ext cx="566599" cy="0"/>
          </a:xfrm>
          <a:prstGeom prst="straightConnector1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2129521-674B-0165-2421-B2E1D940BED1}"/>
              </a:ext>
            </a:extLst>
          </p:cNvPr>
          <p:cNvCxnSpPr/>
          <p:nvPr/>
        </p:nvCxnSpPr>
        <p:spPr>
          <a:xfrm>
            <a:off x="1126468" y="5255228"/>
            <a:ext cx="566599" cy="0"/>
          </a:xfrm>
          <a:prstGeom prst="straightConnector1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AF14843F-ACEC-2565-A8D6-AC89228A9774}"/>
              </a:ext>
            </a:extLst>
          </p:cNvPr>
          <p:cNvCxnSpPr/>
          <p:nvPr/>
        </p:nvCxnSpPr>
        <p:spPr>
          <a:xfrm>
            <a:off x="1121700" y="4434719"/>
            <a:ext cx="566599" cy="0"/>
          </a:xfrm>
          <a:prstGeom prst="straightConnector1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F9861CB9-1412-B2E2-B90F-8667CB89F3AC}"/>
              </a:ext>
            </a:extLst>
          </p:cNvPr>
          <p:cNvSpPr txBox="1"/>
          <p:nvPr/>
        </p:nvSpPr>
        <p:spPr>
          <a:xfrm>
            <a:off x="592931" y="122512"/>
            <a:ext cx="2158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present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词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族树</a:t>
            </a:r>
          </a:p>
        </p:txBody>
      </p:sp>
    </p:spTree>
    <p:extLst>
      <p:ext uri="{BB962C8B-B14F-4D97-AF65-F5344CB8AC3E}">
        <p14:creationId xmlns:p14="http://schemas.microsoft.com/office/powerpoint/2010/main" val="1089240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277</Words>
  <Application>Microsoft Office PowerPoint</Application>
  <PresentationFormat>宽屏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克多 维</dc:creator>
  <cp:lastModifiedBy>克多 维</cp:lastModifiedBy>
  <cp:revision>2</cp:revision>
  <dcterms:created xsi:type="dcterms:W3CDTF">2026-10-10T06:24:13Z</dcterms:created>
  <dcterms:modified xsi:type="dcterms:W3CDTF">2026-10-10T09:05:37Z</dcterms:modified>
</cp:coreProperties>
</file>